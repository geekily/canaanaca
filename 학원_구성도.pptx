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50399950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3" d="100"/>
          <a:sy n="23" d="100"/>
        </p:scale>
        <p:origin x="1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994" y="5302386"/>
            <a:ext cx="37799963" cy="11279752"/>
          </a:xfrm>
        </p:spPr>
        <p:txBody>
          <a:bodyPr anchor="b"/>
          <a:lstStyle>
            <a:lvl1pPr algn="ctr">
              <a:defRPr sz="2480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17017128"/>
            <a:ext cx="37799963" cy="7822326"/>
          </a:xfrm>
        </p:spPr>
        <p:txBody>
          <a:bodyPr/>
          <a:lstStyle>
            <a:lvl1pPr marL="0" indent="0" algn="ctr">
              <a:buNone/>
              <a:defRPr sz="9921"/>
            </a:lvl1pPr>
            <a:lvl2pPr marL="1890019" indent="0" algn="ctr">
              <a:buNone/>
              <a:defRPr sz="8268"/>
            </a:lvl2pPr>
            <a:lvl3pPr marL="3780038" indent="0" algn="ctr">
              <a:buNone/>
              <a:defRPr sz="7441"/>
            </a:lvl3pPr>
            <a:lvl4pPr marL="5670057" indent="0" algn="ctr">
              <a:buNone/>
              <a:defRPr sz="6614"/>
            </a:lvl4pPr>
            <a:lvl5pPr marL="7560076" indent="0" algn="ctr">
              <a:buNone/>
              <a:defRPr sz="6614"/>
            </a:lvl5pPr>
            <a:lvl6pPr marL="9450095" indent="0" algn="ctr">
              <a:buNone/>
              <a:defRPr sz="6614"/>
            </a:lvl6pPr>
            <a:lvl7pPr marL="11340114" indent="0" algn="ctr">
              <a:buNone/>
              <a:defRPr sz="6614"/>
            </a:lvl7pPr>
            <a:lvl8pPr marL="13230134" indent="0" algn="ctr">
              <a:buNone/>
              <a:defRPr sz="6614"/>
            </a:lvl8pPr>
            <a:lvl9pPr marL="15120153" indent="0" algn="ctr">
              <a:buNone/>
              <a:defRPr sz="661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42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66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7" y="8077327"/>
            <a:ext cx="43469957" cy="13477201"/>
          </a:xfrm>
        </p:spPr>
        <p:txBody>
          <a:bodyPr anchor="b"/>
          <a:lstStyle>
            <a:lvl1pPr>
              <a:defRPr sz="2480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7" y="21682028"/>
            <a:ext cx="43469957" cy="7087342"/>
          </a:xfrm>
        </p:spPr>
        <p:txBody>
          <a:bodyPr/>
          <a:lstStyle>
            <a:lvl1pPr marL="0" indent="0">
              <a:buNone/>
              <a:defRPr sz="9921">
                <a:solidFill>
                  <a:schemeClr val="tx1">
                    <a:tint val="82000"/>
                  </a:schemeClr>
                </a:solidFill>
              </a:defRPr>
            </a:lvl1pPr>
            <a:lvl2pPr marL="1890019" indent="0">
              <a:buNone/>
              <a:defRPr sz="8268">
                <a:solidFill>
                  <a:schemeClr val="tx1">
                    <a:tint val="82000"/>
                  </a:schemeClr>
                </a:solidFill>
              </a:defRPr>
            </a:lvl2pPr>
            <a:lvl3pPr marL="3780038" indent="0">
              <a:buNone/>
              <a:defRPr sz="7441">
                <a:solidFill>
                  <a:schemeClr val="tx1">
                    <a:tint val="82000"/>
                  </a:schemeClr>
                </a:solidFill>
              </a:defRPr>
            </a:lvl3pPr>
            <a:lvl4pPr marL="5670057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4pPr>
            <a:lvl5pPr marL="7560076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5pPr>
            <a:lvl6pPr marL="9450095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6pPr>
            <a:lvl7pPr marL="11340114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7pPr>
            <a:lvl8pPr marL="13230134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8pPr>
            <a:lvl9pPr marL="15120153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94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8624810"/>
            <a:ext cx="21419979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8624810"/>
            <a:ext cx="21419979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42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1724964"/>
            <a:ext cx="43469957" cy="626236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3" y="7942328"/>
            <a:ext cx="21321539" cy="3892412"/>
          </a:xfrm>
        </p:spPr>
        <p:txBody>
          <a:bodyPr anchor="b"/>
          <a:lstStyle>
            <a:lvl1pPr marL="0" indent="0">
              <a:buNone/>
              <a:defRPr sz="9921" b="1"/>
            </a:lvl1pPr>
            <a:lvl2pPr marL="1890019" indent="0">
              <a:buNone/>
              <a:defRPr sz="8268" b="1"/>
            </a:lvl2pPr>
            <a:lvl3pPr marL="3780038" indent="0">
              <a:buNone/>
              <a:defRPr sz="7441" b="1"/>
            </a:lvl3pPr>
            <a:lvl4pPr marL="5670057" indent="0">
              <a:buNone/>
              <a:defRPr sz="6614" b="1"/>
            </a:lvl4pPr>
            <a:lvl5pPr marL="7560076" indent="0">
              <a:buNone/>
              <a:defRPr sz="6614" b="1"/>
            </a:lvl5pPr>
            <a:lvl6pPr marL="9450095" indent="0">
              <a:buNone/>
              <a:defRPr sz="6614" b="1"/>
            </a:lvl6pPr>
            <a:lvl7pPr marL="11340114" indent="0">
              <a:buNone/>
              <a:defRPr sz="6614" b="1"/>
            </a:lvl7pPr>
            <a:lvl8pPr marL="13230134" indent="0">
              <a:buNone/>
              <a:defRPr sz="6614" b="1"/>
            </a:lvl8pPr>
            <a:lvl9pPr marL="15120153" indent="0">
              <a:buNone/>
              <a:defRPr sz="661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3" y="11834740"/>
            <a:ext cx="21321539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5" y="7942328"/>
            <a:ext cx="21426543" cy="3892412"/>
          </a:xfrm>
        </p:spPr>
        <p:txBody>
          <a:bodyPr anchor="b"/>
          <a:lstStyle>
            <a:lvl1pPr marL="0" indent="0">
              <a:buNone/>
              <a:defRPr sz="9921" b="1"/>
            </a:lvl1pPr>
            <a:lvl2pPr marL="1890019" indent="0">
              <a:buNone/>
              <a:defRPr sz="8268" b="1"/>
            </a:lvl2pPr>
            <a:lvl3pPr marL="3780038" indent="0">
              <a:buNone/>
              <a:defRPr sz="7441" b="1"/>
            </a:lvl3pPr>
            <a:lvl4pPr marL="5670057" indent="0">
              <a:buNone/>
              <a:defRPr sz="6614" b="1"/>
            </a:lvl4pPr>
            <a:lvl5pPr marL="7560076" indent="0">
              <a:buNone/>
              <a:defRPr sz="6614" b="1"/>
            </a:lvl5pPr>
            <a:lvl6pPr marL="9450095" indent="0">
              <a:buNone/>
              <a:defRPr sz="6614" b="1"/>
            </a:lvl6pPr>
            <a:lvl7pPr marL="11340114" indent="0">
              <a:buNone/>
              <a:defRPr sz="6614" b="1"/>
            </a:lvl7pPr>
            <a:lvl8pPr marL="13230134" indent="0">
              <a:buNone/>
              <a:defRPr sz="6614" b="1"/>
            </a:lvl8pPr>
            <a:lvl9pPr marL="15120153" indent="0">
              <a:buNone/>
              <a:defRPr sz="661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5" y="11834740"/>
            <a:ext cx="21426543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092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456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01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2159952"/>
            <a:ext cx="16255294" cy="7559834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4664900"/>
            <a:ext cx="25514975" cy="23024494"/>
          </a:xfrm>
        </p:spPr>
        <p:txBody>
          <a:bodyPr/>
          <a:lstStyle>
            <a:lvl1pPr>
              <a:defRPr sz="13228"/>
            </a:lvl1pPr>
            <a:lvl2pPr>
              <a:defRPr sz="11575"/>
            </a:lvl2pPr>
            <a:lvl3pPr>
              <a:defRPr sz="9921"/>
            </a:lvl3pPr>
            <a:lvl4pPr>
              <a:defRPr sz="8268"/>
            </a:lvl4pPr>
            <a:lvl5pPr>
              <a:defRPr sz="8268"/>
            </a:lvl5pPr>
            <a:lvl6pPr>
              <a:defRPr sz="8268"/>
            </a:lvl6pPr>
            <a:lvl7pPr>
              <a:defRPr sz="8268"/>
            </a:lvl7pPr>
            <a:lvl8pPr>
              <a:defRPr sz="8268"/>
            </a:lvl8pPr>
            <a:lvl9pPr>
              <a:defRPr sz="826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9719786"/>
            <a:ext cx="16255294" cy="18007107"/>
          </a:xfrm>
        </p:spPr>
        <p:txBody>
          <a:bodyPr/>
          <a:lstStyle>
            <a:lvl1pPr marL="0" indent="0">
              <a:buNone/>
              <a:defRPr sz="6614"/>
            </a:lvl1pPr>
            <a:lvl2pPr marL="1890019" indent="0">
              <a:buNone/>
              <a:defRPr sz="5787"/>
            </a:lvl2pPr>
            <a:lvl3pPr marL="3780038" indent="0">
              <a:buNone/>
              <a:defRPr sz="4961"/>
            </a:lvl3pPr>
            <a:lvl4pPr marL="5670057" indent="0">
              <a:buNone/>
              <a:defRPr sz="4134"/>
            </a:lvl4pPr>
            <a:lvl5pPr marL="7560076" indent="0">
              <a:buNone/>
              <a:defRPr sz="4134"/>
            </a:lvl5pPr>
            <a:lvl6pPr marL="9450095" indent="0">
              <a:buNone/>
              <a:defRPr sz="4134"/>
            </a:lvl6pPr>
            <a:lvl7pPr marL="11340114" indent="0">
              <a:buNone/>
              <a:defRPr sz="4134"/>
            </a:lvl7pPr>
            <a:lvl8pPr marL="13230134" indent="0">
              <a:buNone/>
              <a:defRPr sz="4134"/>
            </a:lvl8pPr>
            <a:lvl9pPr marL="15120153" indent="0">
              <a:buNone/>
              <a:defRPr sz="413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52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2159952"/>
            <a:ext cx="16255294" cy="7559834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4664900"/>
            <a:ext cx="25514975" cy="23024494"/>
          </a:xfrm>
        </p:spPr>
        <p:txBody>
          <a:bodyPr anchor="t"/>
          <a:lstStyle>
            <a:lvl1pPr marL="0" indent="0">
              <a:buNone/>
              <a:defRPr sz="13228"/>
            </a:lvl1pPr>
            <a:lvl2pPr marL="1890019" indent="0">
              <a:buNone/>
              <a:defRPr sz="11575"/>
            </a:lvl2pPr>
            <a:lvl3pPr marL="3780038" indent="0">
              <a:buNone/>
              <a:defRPr sz="9921"/>
            </a:lvl3pPr>
            <a:lvl4pPr marL="5670057" indent="0">
              <a:buNone/>
              <a:defRPr sz="8268"/>
            </a:lvl4pPr>
            <a:lvl5pPr marL="7560076" indent="0">
              <a:buNone/>
              <a:defRPr sz="8268"/>
            </a:lvl5pPr>
            <a:lvl6pPr marL="9450095" indent="0">
              <a:buNone/>
              <a:defRPr sz="8268"/>
            </a:lvl6pPr>
            <a:lvl7pPr marL="11340114" indent="0">
              <a:buNone/>
              <a:defRPr sz="8268"/>
            </a:lvl7pPr>
            <a:lvl8pPr marL="13230134" indent="0">
              <a:buNone/>
              <a:defRPr sz="8268"/>
            </a:lvl8pPr>
            <a:lvl9pPr marL="15120153" indent="0">
              <a:buNone/>
              <a:defRPr sz="826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9719786"/>
            <a:ext cx="16255294" cy="18007107"/>
          </a:xfrm>
        </p:spPr>
        <p:txBody>
          <a:bodyPr/>
          <a:lstStyle>
            <a:lvl1pPr marL="0" indent="0">
              <a:buNone/>
              <a:defRPr sz="6614"/>
            </a:lvl1pPr>
            <a:lvl2pPr marL="1890019" indent="0">
              <a:buNone/>
              <a:defRPr sz="5787"/>
            </a:lvl2pPr>
            <a:lvl3pPr marL="3780038" indent="0">
              <a:buNone/>
              <a:defRPr sz="4961"/>
            </a:lvl3pPr>
            <a:lvl4pPr marL="5670057" indent="0">
              <a:buNone/>
              <a:defRPr sz="4134"/>
            </a:lvl4pPr>
            <a:lvl5pPr marL="7560076" indent="0">
              <a:buNone/>
              <a:defRPr sz="4134"/>
            </a:lvl5pPr>
            <a:lvl6pPr marL="9450095" indent="0">
              <a:buNone/>
              <a:defRPr sz="4134"/>
            </a:lvl6pPr>
            <a:lvl7pPr marL="11340114" indent="0">
              <a:buNone/>
              <a:defRPr sz="4134"/>
            </a:lvl7pPr>
            <a:lvl8pPr marL="13230134" indent="0">
              <a:buNone/>
              <a:defRPr sz="4134"/>
            </a:lvl8pPr>
            <a:lvl9pPr marL="15120153" indent="0">
              <a:buNone/>
              <a:defRPr sz="413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11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997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4" y="1724962"/>
            <a:ext cx="10867489" cy="274568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7" y="1724962"/>
            <a:ext cx="31972468" cy="274568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86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1724964"/>
            <a:ext cx="43469957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8624810"/>
            <a:ext cx="43469957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30029342"/>
            <a:ext cx="11339989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FCCDF-1B2B-4418-9956-B2601D343C2A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30029342"/>
            <a:ext cx="1700998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30029342"/>
            <a:ext cx="11339989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A9867-BC35-4CB9-8B90-F442E1DF0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20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780038" rtl="0" eaLnBrk="1" latinLnBrk="1" hangingPunct="1">
        <a:lnSpc>
          <a:spcPct val="90000"/>
        </a:lnSpc>
        <a:spcBef>
          <a:spcPct val="0"/>
        </a:spcBef>
        <a:buNone/>
        <a:defRPr sz="181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5010" indent="-945010" algn="l" defTabSz="3780038" rtl="0" eaLnBrk="1" latinLnBrk="1" hangingPunct="1">
        <a:lnSpc>
          <a:spcPct val="90000"/>
        </a:lnSpc>
        <a:spcBef>
          <a:spcPts val="4134"/>
        </a:spcBef>
        <a:buFont typeface="Arial" panose="020B0604020202020204" pitchFamily="34" charset="0"/>
        <a:buChar char="•"/>
        <a:defRPr sz="11575" kern="1200">
          <a:solidFill>
            <a:schemeClr val="tx1"/>
          </a:solidFill>
          <a:latin typeface="+mn-lt"/>
          <a:ea typeface="+mn-ea"/>
          <a:cs typeface="+mn-cs"/>
        </a:defRPr>
      </a:lvl1pPr>
      <a:lvl2pPr marL="2835029" indent="-945010" algn="l" defTabSz="3780038" rtl="0" eaLnBrk="1" latinLnBrk="1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2pPr>
      <a:lvl3pPr marL="4725048" indent="-945010" algn="l" defTabSz="3780038" rtl="0" eaLnBrk="1" latinLnBrk="1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8268" kern="1200">
          <a:solidFill>
            <a:schemeClr val="tx1"/>
          </a:solidFill>
          <a:latin typeface="+mn-lt"/>
          <a:ea typeface="+mn-ea"/>
          <a:cs typeface="+mn-cs"/>
        </a:defRPr>
      </a:lvl3pPr>
      <a:lvl4pPr marL="6615067" indent="-945010" algn="l" defTabSz="3780038" rtl="0" eaLnBrk="1" latinLnBrk="1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4pPr>
      <a:lvl5pPr marL="8505086" indent="-945010" algn="l" defTabSz="3780038" rtl="0" eaLnBrk="1" latinLnBrk="1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5pPr>
      <a:lvl6pPr marL="10395105" indent="-945010" algn="l" defTabSz="3780038" rtl="0" eaLnBrk="1" latinLnBrk="1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6pPr>
      <a:lvl7pPr marL="12285124" indent="-945010" algn="l" defTabSz="3780038" rtl="0" eaLnBrk="1" latinLnBrk="1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7pPr>
      <a:lvl8pPr marL="14175143" indent="-945010" algn="l" defTabSz="3780038" rtl="0" eaLnBrk="1" latinLnBrk="1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8pPr>
      <a:lvl9pPr marL="16065162" indent="-945010" algn="l" defTabSz="3780038" rtl="0" eaLnBrk="1" latinLnBrk="1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80038" rtl="0" eaLnBrk="1" latinLnBrk="1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1pPr>
      <a:lvl2pPr marL="1890019" algn="l" defTabSz="3780038" rtl="0" eaLnBrk="1" latinLnBrk="1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2pPr>
      <a:lvl3pPr marL="3780038" algn="l" defTabSz="3780038" rtl="0" eaLnBrk="1" latinLnBrk="1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3pPr>
      <a:lvl4pPr marL="5670057" algn="l" defTabSz="3780038" rtl="0" eaLnBrk="1" latinLnBrk="1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4pPr>
      <a:lvl5pPr marL="7560076" algn="l" defTabSz="3780038" rtl="0" eaLnBrk="1" latinLnBrk="1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5pPr>
      <a:lvl6pPr marL="9450095" algn="l" defTabSz="3780038" rtl="0" eaLnBrk="1" latinLnBrk="1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6pPr>
      <a:lvl7pPr marL="11340114" algn="l" defTabSz="3780038" rtl="0" eaLnBrk="1" latinLnBrk="1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7pPr>
      <a:lvl8pPr marL="13230134" algn="l" defTabSz="3780038" rtl="0" eaLnBrk="1" latinLnBrk="1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8pPr>
      <a:lvl9pPr marL="15120153" algn="l" defTabSz="3780038" rtl="0" eaLnBrk="1" latinLnBrk="1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5CF9C12-BBC3-F4B2-7A07-58F0DFEB446E}"/>
              </a:ext>
            </a:extLst>
          </p:cNvPr>
          <p:cNvSpPr/>
          <p:nvPr/>
        </p:nvSpPr>
        <p:spPr>
          <a:xfrm>
            <a:off x="12660518" y="13445644"/>
            <a:ext cx="20052000" cy="16668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0960E3-837C-2DF6-BA0C-152537266A53}"/>
              </a:ext>
            </a:extLst>
          </p:cNvPr>
          <p:cNvSpPr/>
          <p:nvPr/>
        </p:nvSpPr>
        <p:spPr>
          <a:xfrm>
            <a:off x="12660518" y="2285644"/>
            <a:ext cx="32976000" cy="27828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7E3239-25F6-35A9-58F6-5296BE7CF42C}"/>
              </a:ext>
            </a:extLst>
          </p:cNvPr>
          <p:cNvSpPr/>
          <p:nvPr/>
        </p:nvSpPr>
        <p:spPr>
          <a:xfrm>
            <a:off x="32712515" y="2285644"/>
            <a:ext cx="12924000" cy="27828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35BBFF-D63B-7B22-339D-B035546266CB}"/>
              </a:ext>
            </a:extLst>
          </p:cNvPr>
          <p:cNvSpPr/>
          <p:nvPr/>
        </p:nvSpPr>
        <p:spPr>
          <a:xfrm>
            <a:off x="12660518" y="9629644"/>
            <a:ext cx="20052000" cy="3816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1189B2-B476-09F4-2483-A3D82A86730F}"/>
              </a:ext>
            </a:extLst>
          </p:cNvPr>
          <p:cNvSpPr/>
          <p:nvPr/>
        </p:nvSpPr>
        <p:spPr>
          <a:xfrm>
            <a:off x="12660519" y="2285644"/>
            <a:ext cx="8140131" cy="73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4A004E-BB48-F73C-88DB-CCC5074180AB}"/>
              </a:ext>
            </a:extLst>
          </p:cNvPr>
          <p:cNvSpPr/>
          <p:nvPr/>
        </p:nvSpPr>
        <p:spPr>
          <a:xfrm>
            <a:off x="20800648" y="2285644"/>
            <a:ext cx="11911870" cy="73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11A3C2D-751A-19DB-354A-37F72840DDFB}"/>
              </a:ext>
            </a:extLst>
          </p:cNvPr>
          <p:cNvSpPr/>
          <p:nvPr/>
        </p:nvSpPr>
        <p:spPr>
          <a:xfrm>
            <a:off x="18080653" y="20678977"/>
            <a:ext cx="9211733" cy="2201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</a:rPr>
              <a:t>1</a:t>
            </a:r>
            <a:r>
              <a:rPr lang="ko-KR" altLang="en-US" sz="6000" b="1" dirty="0">
                <a:solidFill>
                  <a:schemeClr val="tx1"/>
                </a:solidFill>
              </a:rPr>
              <a:t>강의실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0C0C9-C3A6-5EF0-D9E7-F8428512BAC6}"/>
              </a:ext>
            </a:extLst>
          </p:cNvPr>
          <p:cNvSpPr/>
          <p:nvPr/>
        </p:nvSpPr>
        <p:spPr>
          <a:xfrm>
            <a:off x="34568653" y="15098977"/>
            <a:ext cx="9211733" cy="2201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</a:rPr>
              <a:t>2</a:t>
            </a:r>
            <a:r>
              <a:rPr lang="ko-KR" altLang="en-US" sz="6000" b="1" dirty="0">
                <a:solidFill>
                  <a:schemeClr val="tx1"/>
                </a:solidFill>
              </a:rPr>
              <a:t>강의실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376ABD-CC41-A2BD-1B59-C3866D53DE7E}"/>
              </a:ext>
            </a:extLst>
          </p:cNvPr>
          <p:cNvSpPr/>
          <p:nvPr/>
        </p:nvSpPr>
        <p:spPr>
          <a:xfrm>
            <a:off x="22150718" y="4712977"/>
            <a:ext cx="9211733" cy="2201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0" b="1" dirty="0">
                <a:solidFill>
                  <a:schemeClr val="tx1"/>
                </a:solidFill>
              </a:rPr>
              <a:t>상담실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B13E6C-90B7-781D-A6AD-D05904C01036}"/>
              </a:ext>
            </a:extLst>
          </p:cNvPr>
          <p:cNvSpPr/>
          <p:nvPr/>
        </p:nvSpPr>
        <p:spPr>
          <a:xfrm>
            <a:off x="12124717" y="4856977"/>
            <a:ext cx="9211733" cy="2201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0" b="1" dirty="0" err="1">
                <a:solidFill>
                  <a:schemeClr val="tx1"/>
                </a:solidFill>
              </a:rPr>
              <a:t>탕비실</a:t>
            </a:r>
            <a:endParaRPr lang="ko-KR" altLang="en-US" sz="6000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C271D6-B502-9293-2217-2FE9DBA5E9EF}"/>
              </a:ext>
            </a:extLst>
          </p:cNvPr>
          <p:cNvSpPr/>
          <p:nvPr/>
        </p:nvSpPr>
        <p:spPr>
          <a:xfrm>
            <a:off x="18002838" y="10230622"/>
            <a:ext cx="9211733" cy="2201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0" b="1" dirty="0">
                <a:solidFill>
                  <a:schemeClr val="tx1"/>
                </a:solidFill>
              </a:rPr>
              <a:t>복도</a:t>
            </a:r>
            <a:endParaRPr lang="en-US" altLang="ko-KR" sz="6000" b="1" dirty="0">
              <a:solidFill>
                <a:schemeClr val="tx1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18849DA-870B-F95D-9D39-5DDBBA91CFCB}"/>
              </a:ext>
            </a:extLst>
          </p:cNvPr>
          <p:cNvGrpSpPr/>
          <p:nvPr/>
        </p:nvGrpSpPr>
        <p:grpSpPr>
          <a:xfrm>
            <a:off x="27748853" y="5490903"/>
            <a:ext cx="9211736" cy="7954745"/>
            <a:chOff x="16600204" y="3691467"/>
            <a:chExt cx="9211736" cy="7954745"/>
          </a:xfrm>
        </p:grpSpPr>
        <p:sp>
          <p:nvSpPr>
            <p:cNvPr id="14" name="원호 13">
              <a:extLst>
                <a:ext uri="{FF2B5EF4-FFF2-40B4-BE49-F238E27FC236}">
                  <a16:creationId xmlns:a16="http://schemas.microsoft.com/office/drawing/2014/main" id="{21D25E37-D5C0-CE11-B9A9-B06F6855C104}"/>
                </a:ext>
              </a:extLst>
            </p:cNvPr>
            <p:cNvSpPr/>
            <p:nvPr/>
          </p:nvSpPr>
          <p:spPr>
            <a:xfrm rot="5400000">
              <a:off x="17228698" y="3062973"/>
              <a:ext cx="7954745" cy="9211733"/>
            </a:xfrm>
            <a:prstGeom prst="arc">
              <a:avLst>
                <a:gd name="adj1" fmla="val 16299455"/>
                <a:gd name="adj2" fmla="val 21260166"/>
              </a:avLst>
            </a:prstGeom>
            <a:ln w="635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962E3E50-8F7D-F4C1-1AC1-5E4393AC3E27}"/>
                </a:ext>
              </a:extLst>
            </p:cNvPr>
            <p:cNvCxnSpPr/>
            <p:nvPr/>
          </p:nvCxnSpPr>
          <p:spPr>
            <a:xfrm>
              <a:off x="21563869" y="7830212"/>
              <a:ext cx="4248071" cy="0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DD16BF7-CB70-569B-1BA5-8C8438EC6D79}"/>
              </a:ext>
            </a:extLst>
          </p:cNvPr>
          <p:cNvGrpSpPr/>
          <p:nvPr/>
        </p:nvGrpSpPr>
        <p:grpSpPr>
          <a:xfrm rot="5400000" flipH="1">
            <a:off x="28153219" y="5905289"/>
            <a:ext cx="9211736" cy="7954745"/>
            <a:chOff x="16600204" y="3691467"/>
            <a:chExt cx="9211736" cy="7954745"/>
          </a:xfrm>
        </p:grpSpPr>
        <p:sp>
          <p:nvSpPr>
            <p:cNvPr id="19" name="원호 18">
              <a:extLst>
                <a:ext uri="{FF2B5EF4-FFF2-40B4-BE49-F238E27FC236}">
                  <a16:creationId xmlns:a16="http://schemas.microsoft.com/office/drawing/2014/main" id="{68030953-8278-6E53-92D3-9B8C8BB9F643}"/>
                </a:ext>
              </a:extLst>
            </p:cNvPr>
            <p:cNvSpPr/>
            <p:nvPr/>
          </p:nvSpPr>
          <p:spPr>
            <a:xfrm rot="5400000">
              <a:off x="17228698" y="3062973"/>
              <a:ext cx="7954745" cy="9211733"/>
            </a:xfrm>
            <a:prstGeom prst="arc">
              <a:avLst>
                <a:gd name="adj1" fmla="val 16299455"/>
                <a:gd name="adj2" fmla="val 21260166"/>
              </a:avLst>
            </a:prstGeom>
            <a:ln w="635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3143AEC-C721-C859-627A-3DF2FF1619CE}"/>
                </a:ext>
              </a:extLst>
            </p:cNvPr>
            <p:cNvCxnSpPr/>
            <p:nvPr/>
          </p:nvCxnSpPr>
          <p:spPr>
            <a:xfrm>
              <a:off x="21563869" y="7830212"/>
              <a:ext cx="4248071" cy="0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46E2506-FA50-4ED9-6FCF-B623C3BF98F9}"/>
              </a:ext>
            </a:extLst>
          </p:cNvPr>
          <p:cNvGrpSpPr/>
          <p:nvPr/>
        </p:nvGrpSpPr>
        <p:grpSpPr>
          <a:xfrm rot="5400000" flipH="1">
            <a:off x="16215219" y="5956087"/>
            <a:ext cx="9211736" cy="7954745"/>
            <a:chOff x="16600204" y="3691467"/>
            <a:chExt cx="9211736" cy="7954745"/>
          </a:xfrm>
        </p:grpSpPr>
        <p:sp>
          <p:nvSpPr>
            <p:cNvPr id="22" name="원호 21">
              <a:extLst>
                <a:ext uri="{FF2B5EF4-FFF2-40B4-BE49-F238E27FC236}">
                  <a16:creationId xmlns:a16="http://schemas.microsoft.com/office/drawing/2014/main" id="{BEFDCBE4-8161-6671-0FA0-9EFE5DFC6911}"/>
                </a:ext>
              </a:extLst>
            </p:cNvPr>
            <p:cNvSpPr/>
            <p:nvPr/>
          </p:nvSpPr>
          <p:spPr>
            <a:xfrm rot="5400000">
              <a:off x="17228698" y="3062973"/>
              <a:ext cx="7954745" cy="9211733"/>
            </a:xfrm>
            <a:prstGeom prst="arc">
              <a:avLst>
                <a:gd name="adj1" fmla="val 16299455"/>
                <a:gd name="adj2" fmla="val 21260166"/>
              </a:avLst>
            </a:prstGeom>
            <a:ln w="635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70EDE67-1D56-DCF9-0CCF-16C3A748D753}"/>
                </a:ext>
              </a:extLst>
            </p:cNvPr>
            <p:cNvCxnSpPr/>
            <p:nvPr/>
          </p:nvCxnSpPr>
          <p:spPr>
            <a:xfrm>
              <a:off x="21563869" y="7830212"/>
              <a:ext cx="4248071" cy="0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E262239-1328-F7B5-664B-9AC015A75B6C}"/>
              </a:ext>
            </a:extLst>
          </p:cNvPr>
          <p:cNvGrpSpPr/>
          <p:nvPr/>
        </p:nvGrpSpPr>
        <p:grpSpPr>
          <a:xfrm>
            <a:off x="8165046" y="6109633"/>
            <a:ext cx="8537737" cy="7040023"/>
            <a:chOff x="16600204" y="3691467"/>
            <a:chExt cx="9211736" cy="7954745"/>
          </a:xfrm>
        </p:grpSpPr>
        <p:sp>
          <p:nvSpPr>
            <p:cNvPr id="25" name="원호 24">
              <a:extLst>
                <a:ext uri="{FF2B5EF4-FFF2-40B4-BE49-F238E27FC236}">
                  <a16:creationId xmlns:a16="http://schemas.microsoft.com/office/drawing/2014/main" id="{F775202C-C856-5C7D-D0F4-29487B36C4AC}"/>
                </a:ext>
              </a:extLst>
            </p:cNvPr>
            <p:cNvSpPr/>
            <p:nvPr/>
          </p:nvSpPr>
          <p:spPr>
            <a:xfrm rot="5400000">
              <a:off x="17228698" y="3062973"/>
              <a:ext cx="7954745" cy="9211733"/>
            </a:xfrm>
            <a:prstGeom prst="arc">
              <a:avLst>
                <a:gd name="adj1" fmla="val 16299455"/>
                <a:gd name="adj2" fmla="val 21260166"/>
              </a:avLst>
            </a:prstGeom>
            <a:ln w="635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E25A4C5-C681-F1E2-6E4A-32DDC94D77E5}"/>
                </a:ext>
              </a:extLst>
            </p:cNvPr>
            <p:cNvCxnSpPr/>
            <p:nvPr/>
          </p:nvCxnSpPr>
          <p:spPr>
            <a:xfrm>
              <a:off x="21563869" y="7830212"/>
              <a:ext cx="4248071" cy="0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C6AB87E-A6C3-CD4D-59D8-35F185C0DCCF}"/>
              </a:ext>
            </a:extLst>
          </p:cNvPr>
          <p:cNvGrpSpPr/>
          <p:nvPr/>
        </p:nvGrpSpPr>
        <p:grpSpPr>
          <a:xfrm rot="5400000">
            <a:off x="28143546" y="9096881"/>
            <a:ext cx="9211736" cy="7954745"/>
            <a:chOff x="16600204" y="3691467"/>
            <a:chExt cx="9211736" cy="7954745"/>
          </a:xfrm>
        </p:grpSpPr>
        <p:sp>
          <p:nvSpPr>
            <p:cNvPr id="31" name="원호 30">
              <a:extLst>
                <a:ext uri="{FF2B5EF4-FFF2-40B4-BE49-F238E27FC236}">
                  <a16:creationId xmlns:a16="http://schemas.microsoft.com/office/drawing/2014/main" id="{5D7916C7-B285-A1CF-AF67-49D74629BDFB}"/>
                </a:ext>
              </a:extLst>
            </p:cNvPr>
            <p:cNvSpPr/>
            <p:nvPr/>
          </p:nvSpPr>
          <p:spPr>
            <a:xfrm rot="5400000">
              <a:off x="17228698" y="3062973"/>
              <a:ext cx="7954745" cy="9211733"/>
            </a:xfrm>
            <a:prstGeom prst="arc">
              <a:avLst>
                <a:gd name="adj1" fmla="val 16299455"/>
                <a:gd name="adj2" fmla="val 21260166"/>
              </a:avLst>
            </a:prstGeom>
            <a:ln w="635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B23D9E1E-845B-7D4A-6645-DEE31CB154AF}"/>
                </a:ext>
              </a:extLst>
            </p:cNvPr>
            <p:cNvCxnSpPr/>
            <p:nvPr/>
          </p:nvCxnSpPr>
          <p:spPr>
            <a:xfrm>
              <a:off x="21563869" y="7830212"/>
              <a:ext cx="4248071" cy="0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2179FE-29E3-954D-3534-0D1D03C3485A}"/>
              </a:ext>
            </a:extLst>
          </p:cNvPr>
          <p:cNvSpPr/>
          <p:nvPr/>
        </p:nvSpPr>
        <p:spPr>
          <a:xfrm>
            <a:off x="13133530" y="10584000"/>
            <a:ext cx="2111945" cy="1222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>
                <a:solidFill>
                  <a:schemeClr val="tx1"/>
                </a:solidFill>
              </a:rPr>
              <a:t>학원</a:t>
            </a:r>
            <a:endParaRPr lang="en-US" altLang="ko-KR" sz="4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4000" b="1" dirty="0">
                <a:solidFill>
                  <a:schemeClr val="tx1"/>
                </a:solidFill>
              </a:rPr>
              <a:t>출입문</a:t>
            </a:r>
            <a:endParaRPr lang="en-US" altLang="ko-KR" sz="4000" b="1" dirty="0">
              <a:solidFill>
                <a:schemeClr val="tx1"/>
              </a:solidFill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46989DF-2B19-C4DB-05BF-810FA20D86E3}"/>
              </a:ext>
            </a:extLst>
          </p:cNvPr>
          <p:cNvGrpSpPr/>
          <p:nvPr/>
        </p:nvGrpSpPr>
        <p:grpSpPr>
          <a:xfrm>
            <a:off x="12660518" y="919192"/>
            <a:ext cx="8079806" cy="1295044"/>
            <a:chOff x="3312094" y="266700"/>
            <a:chExt cx="6324600" cy="1295044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C06AF00-B8BE-0E44-4225-A0618A0E9984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9D5A2D61-1B90-10FC-9C9E-F2AC13D0C9B4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9A5DFA9-8FC1-1B52-B2B9-9CBE0BC4BC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1654D0F-00F7-1382-F904-CEB7120634FF}"/>
              </a:ext>
            </a:extLst>
          </p:cNvPr>
          <p:cNvSpPr/>
          <p:nvPr/>
        </p:nvSpPr>
        <p:spPr>
          <a:xfrm>
            <a:off x="15422933" y="866985"/>
            <a:ext cx="2554977" cy="1222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213cm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31E3C7C-2337-09A0-FE72-8ABEBACDD72B}"/>
              </a:ext>
            </a:extLst>
          </p:cNvPr>
          <p:cNvGrpSpPr/>
          <p:nvPr/>
        </p:nvGrpSpPr>
        <p:grpSpPr>
          <a:xfrm>
            <a:off x="20928218" y="919192"/>
            <a:ext cx="11669496" cy="1295044"/>
            <a:chOff x="3312094" y="266700"/>
            <a:chExt cx="6324600" cy="1295044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7F4F4BF7-097B-9599-51A9-4A48B7E0901E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73A16EBD-1070-A43B-B546-8E3941DB0A4D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A9583F5C-2DA2-8A47-A29E-5B5DEEFE91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F086D4-8177-834B-990A-E8016B664AE8}"/>
              </a:ext>
            </a:extLst>
          </p:cNvPr>
          <p:cNvSpPr/>
          <p:nvPr/>
        </p:nvSpPr>
        <p:spPr>
          <a:xfrm>
            <a:off x="25479095" y="847383"/>
            <a:ext cx="2554977" cy="1222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330cm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9AFE5F8-A61B-51D1-9FA4-E6F1911BC087}"/>
              </a:ext>
            </a:extLst>
          </p:cNvPr>
          <p:cNvGrpSpPr/>
          <p:nvPr/>
        </p:nvGrpSpPr>
        <p:grpSpPr>
          <a:xfrm rot="16200000">
            <a:off x="32755380" y="15552122"/>
            <a:ext cx="27828000" cy="1295044"/>
            <a:chOff x="3312094" y="266700"/>
            <a:chExt cx="6324600" cy="1295044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5989C689-6A29-6972-8A11-6BBB9D2DBAD0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E6506EE2-6B33-0CD2-47D0-44C7A97C8AC9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6858FA71-4AA7-0F74-DF40-9DF67AB9E3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6D2EEBA-ED60-3C37-A1E5-2DA0279871E9}"/>
              </a:ext>
            </a:extLst>
          </p:cNvPr>
          <p:cNvSpPr/>
          <p:nvPr/>
        </p:nvSpPr>
        <p:spPr>
          <a:xfrm>
            <a:off x="45868319" y="15556084"/>
            <a:ext cx="2554977" cy="1222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773cm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5F80734-DCB9-84CA-AB47-F8EB84BEBF66}"/>
              </a:ext>
            </a:extLst>
          </p:cNvPr>
          <p:cNvGrpSpPr/>
          <p:nvPr/>
        </p:nvGrpSpPr>
        <p:grpSpPr>
          <a:xfrm>
            <a:off x="32759087" y="30223151"/>
            <a:ext cx="12877428" cy="1295044"/>
            <a:chOff x="3312094" y="266700"/>
            <a:chExt cx="6324600" cy="1295044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F7A35B77-F99F-E62F-8F73-C006DE48548A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9D21E6CB-44F2-40A9-F023-B049883EFAB7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747AF99-FC74-2C0E-9BDD-65CCED1C63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50A8695-D4C6-7709-1D36-E7DFD18CBABA}"/>
              </a:ext>
            </a:extLst>
          </p:cNvPr>
          <p:cNvSpPr/>
          <p:nvPr/>
        </p:nvSpPr>
        <p:spPr>
          <a:xfrm>
            <a:off x="37920314" y="30259347"/>
            <a:ext cx="2554977" cy="1222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359cm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C13A49B-682C-2528-799C-9A065C3B87F9}"/>
              </a:ext>
            </a:extLst>
          </p:cNvPr>
          <p:cNvGrpSpPr/>
          <p:nvPr/>
        </p:nvGrpSpPr>
        <p:grpSpPr>
          <a:xfrm>
            <a:off x="12718487" y="30223151"/>
            <a:ext cx="19909037" cy="1295044"/>
            <a:chOff x="3312094" y="266700"/>
            <a:chExt cx="6324600" cy="1295044"/>
          </a:xfrm>
        </p:grpSpPr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D67CD53A-BACF-1B98-91AF-2D4343645CA3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04C6235B-4D9F-A920-C6CE-6D31B1D5DBCE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DBDFDEF3-9FCA-CD72-49D1-C9DE577ED9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A465DD8-D096-178C-C53D-4A4FFE51208A}"/>
              </a:ext>
            </a:extLst>
          </p:cNvPr>
          <p:cNvSpPr/>
          <p:nvPr/>
        </p:nvSpPr>
        <p:spPr>
          <a:xfrm>
            <a:off x="21395516" y="30221247"/>
            <a:ext cx="2554977" cy="1222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557cm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3653A57-1C09-93EC-FAE3-DD78EB99F1AC}"/>
              </a:ext>
            </a:extLst>
          </p:cNvPr>
          <p:cNvGrpSpPr/>
          <p:nvPr/>
        </p:nvGrpSpPr>
        <p:grpSpPr>
          <a:xfrm rot="16200000">
            <a:off x="18700183" y="5287430"/>
            <a:ext cx="7077282" cy="1295044"/>
            <a:chOff x="3312094" y="266700"/>
            <a:chExt cx="6324600" cy="1295044"/>
          </a:xfrm>
        </p:grpSpPr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BB580D45-1D7E-FB30-1D2D-E803012D70A1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424BCC5D-C5C1-BC34-D211-FC33B6D93374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9CE4B68E-3841-75A9-DC2C-C78CEDF29B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CCFC15B-205D-135D-307E-82C06ADF3552}"/>
              </a:ext>
            </a:extLst>
          </p:cNvPr>
          <p:cNvSpPr/>
          <p:nvPr/>
        </p:nvSpPr>
        <p:spPr>
          <a:xfrm>
            <a:off x="20918312" y="5111646"/>
            <a:ext cx="2554977" cy="1222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181cm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A903581-AED8-69CD-3594-00B4A6703332}"/>
              </a:ext>
            </a:extLst>
          </p:cNvPr>
          <p:cNvGrpSpPr/>
          <p:nvPr/>
        </p:nvGrpSpPr>
        <p:grpSpPr>
          <a:xfrm rot="16200000">
            <a:off x="10208409" y="5321985"/>
            <a:ext cx="7077282" cy="1295044"/>
            <a:chOff x="3312094" y="266700"/>
            <a:chExt cx="6324600" cy="1295044"/>
          </a:xfrm>
        </p:grpSpPr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83E68B59-DBDC-F6B3-00CC-38D295F604DA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A5337CC5-A441-27A2-C4B1-5A7179DD83D9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C594EE71-2C4B-578E-84A5-11DD7B3ECB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9907B76-70C1-4F63-9671-19E69FC87BD5}"/>
              </a:ext>
            </a:extLst>
          </p:cNvPr>
          <p:cNvSpPr/>
          <p:nvPr/>
        </p:nvSpPr>
        <p:spPr>
          <a:xfrm>
            <a:off x="12801665" y="5147902"/>
            <a:ext cx="2554977" cy="1222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181cm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1FF9BA7-25C3-658C-E1EE-4ABD7F64F24C}"/>
              </a:ext>
            </a:extLst>
          </p:cNvPr>
          <p:cNvSpPr/>
          <p:nvPr/>
        </p:nvSpPr>
        <p:spPr>
          <a:xfrm>
            <a:off x="3993070" y="2285644"/>
            <a:ext cx="8544227" cy="27827999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69A51D9E-7572-BBE1-F188-1B75B4A673EF}"/>
              </a:ext>
            </a:extLst>
          </p:cNvPr>
          <p:cNvCxnSpPr/>
          <p:nvPr/>
        </p:nvCxnSpPr>
        <p:spPr>
          <a:xfrm>
            <a:off x="8183622" y="2347738"/>
            <a:ext cx="0" cy="2146822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57BDFE04-FCCC-0CCB-474F-F6216EC5E2EE}"/>
              </a:ext>
            </a:extLst>
          </p:cNvPr>
          <p:cNvGrpSpPr/>
          <p:nvPr/>
        </p:nvGrpSpPr>
        <p:grpSpPr>
          <a:xfrm rot="5400000">
            <a:off x="3192655" y="-1984562"/>
            <a:ext cx="9868504" cy="7884729"/>
            <a:chOff x="16600204" y="3691467"/>
            <a:chExt cx="9211736" cy="7954745"/>
          </a:xfrm>
        </p:grpSpPr>
        <p:sp>
          <p:nvSpPr>
            <p:cNvPr id="81" name="원호 80">
              <a:extLst>
                <a:ext uri="{FF2B5EF4-FFF2-40B4-BE49-F238E27FC236}">
                  <a16:creationId xmlns:a16="http://schemas.microsoft.com/office/drawing/2014/main" id="{9E81D433-0E35-61E6-6E94-B3ACA00AD107}"/>
                </a:ext>
              </a:extLst>
            </p:cNvPr>
            <p:cNvSpPr/>
            <p:nvPr/>
          </p:nvSpPr>
          <p:spPr>
            <a:xfrm rot="5400000">
              <a:off x="17228698" y="3062973"/>
              <a:ext cx="7954745" cy="9211733"/>
            </a:xfrm>
            <a:prstGeom prst="arc">
              <a:avLst>
                <a:gd name="adj1" fmla="val 16299455"/>
                <a:gd name="adj2" fmla="val 21260166"/>
              </a:avLst>
            </a:prstGeom>
            <a:ln w="635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F9A1EF3-EED4-C1B3-8C4A-39B1BE7F506D}"/>
                </a:ext>
              </a:extLst>
            </p:cNvPr>
            <p:cNvCxnSpPr/>
            <p:nvPr/>
          </p:nvCxnSpPr>
          <p:spPr>
            <a:xfrm>
              <a:off x="21563869" y="7830212"/>
              <a:ext cx="4248071" cy="0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6E43F06-FCB8-2F4D-385C-ED9C97F53A31}"/>
              </a:ext>
            </a:extLst>
          </p:cNvPr>
          <p:cNvSpPr/>
          <p:nvPr/>
        </p:nvSpPr>
        <p:spPr>
          <a:xfrm>
            <a:off x="5263290" y="3393929"/>
            <a:ext cx="2111945" cy="1222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>
                <a:solidFill>
                  <a:schemeClr val="tx1"/>
                </a:solidFill>
              </a:rPr>
              <a:t>건물</a:t>
            </a:r>
            <a:endParaRPr lang="en-US" altLang="ko-KR" sz="4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4000" b="1" dirty="0">
                <a:solidFill>
                  <a:schemeClr val="tx1"/>
                </a:solidFill>
              </a:rPr>
              <a:t>출입문</a:t>
            </a:r>
            <a:endParaRPr lang="en-US" altLang="ko-KR" sz="4000" b="1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3E2245F-FF7B-6D0C-19E5-C56DBD3F8F0B}"/>
              </a:ext>
            </a:extLst>
          </p:cNvPr>
          <p:cNvSpPr/>
          <p:nvPr/>
        </p:nvSpPr>
        <p:spPr>
          <a:xfrm>
            <a:off x="3594787" y="26345880"/>
            <a:ext cx="9211733" cy="2201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0" b="1" dirty="0">
                <a:solidFill>
                  <a:schemeClr val="tx1"/>
                </a:solidFill>
              </a:rPr>
              <a:t>복도</a:t>
            </a:r>
            <a:endParaRPr lang="en-US" altLang="ko-KR" sz="6000" b="1" dirty="0">
              <a:solidFill>
                <a:schemeClr val="tx1"/>
              </a:solidFill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5D33D4D8-14A6-430A-F20F-91FADF3C065E}"/>
              </a:ext>
            </a:extLst>
          </p:cNvPr>
          <p:cNvCxnSpPr>
            <a:cxnSpLocks/>
          </p:cNvCxnSpPr>
          <p:nvPr/>
        </p:nvCxnSpPr>
        <p:spPr>
          <a:xfrm flipH="1">
            <a:off x="4198132" y="8496094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A97A88F-8756-83A3-5A50-800F8A9933C7}"/>
              </a:ext>
            </a:extLst>
          </p:cNvPr>
          <p:cNvCxnSpPr>
            <a:cxnSpLocks/>
          </p:cNvCxnSpPr>
          <p:nvPr/>
        </p:nvCxnSpPr>
        <p:spPr>
          <a:xfrm flipH="1">
            <a:off x="4198132" y="9632902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C1B4ACF-89DA-DACD-B0DB-5EF0185AB3E9}"/>
              </a:ext>
            </a:extLst>
          </p:cNvPr>
          <p:cNvCxnSpPr>
            <a:cxnSpLocks/>
          </p:cNvCxnSpPr>
          <p:nvPr/>
        </p:nvCxnSpPr>
        <p:spPr>
          <a:xfrm flipH="1">
            <a:off x="4184543" y="10907520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4AF0B8D-89D8-715A-6230-CDA8CD7F3B6B}"/>
              </a:ext>
            </a:extLst>
          </p:cNvPr>
          <p:cNvCxnSpPr>
            <a:cxnSpLocks/>
          </p:cNvCxnSpPr>
          <p:nvPr/>
        </p:nvCxnSpPr>
        <p:spPr>
          <a:xfrm flipH="1">
            <a:off x="4198132" y="12265266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D2BB9E24-61EE-441D-E3F6-8F284935D98A}"/>
              </a:ext>
            </a:extLst>
          </p:cNvPr>
          <p:cNvCxnSpPr>
            <a:cxnSpLocks/>
          </p:cNvCxnSpPr>
          <p:nvPr/>
        </p:nvCxnSpPr>
        <p:spPr>
          <a:xfrm flipH="1">
            <a:off x="4226106" y="13671571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E4BF2F4-C727-61A3-9163-1D2121181CC5}"/>
              </a:ext>
            </a:extLst>
          </p:cNvPr>
          <p:cNvCxnSpPr>
            <a:cxnSpLocks/>
          </p:cNvCxnSpPr>
          <p:nvPr/>
        </p:nvCxnSpPr>
        <p:spPr>
          <a:xfrm flipH="1">
            <a:off x="4198132" y="15098977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B24CCA82-4E3C-75A8-7E05-E54DFFA0BB11}"/>
              </a:ext>
            </a:extLst>
          </p:cNvPr>
          <p:cNvCxnSpPr>
            <a:cxnSpLocks/>
          </p:cNvCxnSpPr>
          <p:nvPr/>
        </p:nvCxnSpPr>
        <p:spPr>
          <a:xfrm flipH="1">
            <a:off x="4226106" y="16365898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C9B73E3C-55E4-9B44-6A30-CE6027B20081}"/>
              </a:ext>
            </a:extLst>
          </p:cNvPr>
          <p:cNvCxnSpPr>
            <a:cxnSpLocks/>
          </p:cNvCxnSpPr>
          <p:nvPr/>
        </p:nvCxnSpPr>
        <p:spPr>
          <a:xfrm flipH="1">
            <a:off x="4239696" y="17632820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C9BD687-ED83-4CA7-2779-9ACCD6D9E609}"/>
              </a:ext>
            </a:extLst>
          </p:cNvPr>
          <p:cNvCxnSpPr>
            <a:cxnSpLocks/>
          </p:cNvCxnSpPr>
          <p:nvPr/>
        </p:nvCxnSpPr>
        <p:spPr>
          <a:xfrm flipH="1">
            <a:off x="4142714" y="18949002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233A415E-724B-BBC3-0DA3-9EC8AC2118E6}"/>
              </a:ext>
            </a:extLst>
          </p:cNvPr>
          <p:cNvCxnSpPr>
            <a:cxnSpLocks/>
          </p:cNvCxnSpPr>
          <p:nvPr/>
        </p:nvCxnSpPr>
        <p:spPr>
          <a:xfrm flipH="1">
            <a:off x="4211987" y="20265184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C4B08204-52A6-F497-AF22-603DB18D1D3B}"/>
              </a:ext>
            </a:extLst>
          </p:cNvPr>
          <p:cNvCxnSpPr>
            <a:cxnSpLocks/>
          </p:cNvCxnSpPr>
          <p:nvPr/>
        </p:nvCxnSpPr>
        <p:spPr>
          <a:xfrm flipH="1">
            <a:off x="4156569" y="21581366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CCD036D8-3215-68AE-AA9E-650812CB6928}"/>
              </a:ext>
            </a:extLst>
          </p:cNvPr>
          <p:cNvCxnSpPr>
            <a:cxnSpLocks/>
          </p:cNvCxnSpPr>
          <p:nvPr/>
        </p:nvCxnSpPr>
        <p:spPr>
          <a:xfrm flipH="1">
            <a:off x="4142715" y="23063803"/>
            <a:ext cx="3768822" cy="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7B39E4B3-FCBB-A9B7-C344-82CA4CA610FD}"/>
              </a:ext>
            </a:extLst>
          </p:cNvPr>
          <p:cNvCxnSpPr/>
          <p:nvPr/>
        </p:nvCxnSpPr>
        <p:spPr>
          <a:xfrm>
            <a:off x="5943998" y="7451627"/>
            <a:ext cx="0" cy="1815157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1708A2BA-6FDB-47AF-4A0A-9CD793AAA4CA}"/>
              </a:ext>
            </a:extLst>
          </p:cNvPr>
          <p:cNvCxnSpPr>
            <a:cxnSpLocks/>
          </p:cNvCxnSpPr>
          <p:nvPr/>
        </p:nvCxnSpPr>
        <p:spPr>
          <a:xfrm>
            <a:off x="10294325" y="11686318"/>
            <a:ext cx="0" cy="1370906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B8DC78C4-33C9-957E-FE0B-3D44B30E81CA}"/>
              </a:ext>
            </a:extLst>
          </p:cNvPr>
          <p:cNvCxnSpPr>
            <a:cxnSpLocks/>
          </p:cNvCxnSpPr>
          <p:nvPr/>
        </p:nvCxnSpPr>
        <p:spPr>
          <a:xfrm flipH="1">
            <a:off x="5989064" y="25420002"/>
            <a:ext cx="4351964" cy="120074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0D693A0B-07AF-6400-1655-406169C1A4F0}"/>
              </a:ext>
            </a:extLst>
          </p:cNvPr>
          <p:cNvCxnSpPr/>
          <p:nvPr/>
        </p:nvCxnSpPr>
        <p:spPr>
          <a:xfrm>
            <a:off x="10294325" y="11686318"/>
            <a:ext cx="1774947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694C93BE-A1C8-513C-6AE0-B1F77557B101}"/>
              </a:ext>
            </a:extLst>
          </p:cNvPr>
          <p:cNvGrpSpPr/>
          <p:nvPr/>
        </p:nvGrpSpPr>
        <p:grpSpPr>
          <a:xfrm rot="16200000">
            <a:off x="5549186" y="21105165"/>
            <a:ext cx="16431469" cy="1295044"/>
            <a:chOff x="3312094" y="266700"/>
            <a:chExt cx="6324600" cy="1295044"/>
          </a:xfrm>
        </p:grpSpPr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427C9E32-CB27-DBAD-4992-FB6791341D0D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D617852C-9B53-72A6-1CDA-21A7EBAE1870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33CEB5FD-C7C5-A800-3F8B-CE20BF343E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FC96BC34-AD6D-52D2-1BDF-28B17BC00216}"/>
              </a:ext>
            </a:extLst>
          </p:cNvPr>
          <p:cNvSpPr/>
          <p:nvPr/>
        </p:nvSpPr>
        <p:spPr>
          <a:xfrm>
            <a:off x="12912013" y="21168317"/>
            <a:ext cx="2554977" cy="1222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463cm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D31A747-95B1-F3B5-36F7-E764F9A468A7}"/>
              </a:ext>
            </a:extLst>
          </p:cNvPr>
          <p:cNvGrpSpPr/>
          <p:nvPr/>
        </p:nvGrpSpPr>
        <p:grpSpPr>
          <a:xfrm rot="16200000">
            <a:off x="24153891" y="10886388"/>
            <a:ext cx="3532909" cy="1295044"/>
            <a:chOff x="3312094" y="266700"/>
            <a:chExt cx="6324600" cy="1295044"/>
          </a:xfrm>
        </p:grpSpPr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B4E5160E-34F7-406C-1920-67C2293C27C0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BC471966-7850-C485-52F7-33366995872D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426BFD0F-091D-120C-687F-FC323ED91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0D18959-EE52-5299-762E-0C46168956B4}"/>
              </a:ext>
            </a:extLst>
          </p:cNvPr>
          <p:cNvSpPr/>
          <p:nvPr/>
        </p:nvSpPr>
        <p:spPr>
          <a:xfrm>
            <a:off x="24835284" y="10885756"/>
            <a:ext cx="2554977" cy="1222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106cm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85E033A3-2103-32AE-7988-D2003124CFE5}"/>
              </a:ext>
            </a:extLst>
          </p:cNvPr>
          <p:cNvGrpSpPr/>
          <p:nvPr/>
        </p:nvGrpSpPr>
        <p:grpSpPr>
          <a:xfrm>
            <a:off x="12855547" y="9799303"/>
            <a:ext cx="19688779" cy="1295044"/>
            <a:chOff x="3312094" y="266700"/>
            <a:chExt cx="6324600" cy="1295044"/>
          </a:xfrm>
        </p:grpSpPr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56B7EE47-DACB-C3CF-CECA-A3DA5EBA63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2094" y="876122"/>
              <a:ext cx="6324600" cy="0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44D08CFE-65F1-5C79-DE55-372B3B5B40BC}"/>
                </a:ext>
              </a:extLst>
            </p:cNvPr>
            <p:cNvCxnSpPr/>
            <p:nvPr/>
          </p:nvCxnSpPr>
          <p:spPr>
            <a:xfrm>
              <a:off x="96366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CE589E86-1323-3639-D7A1-D7904A17DC9B}"/>
                </a:ext>
              </a:extLst>
            </p:cNvPr>
            <p:cNvCxnSpPr/>
            <p:nvPr/>
          </p:nvCxnSpPr>
          <p:spPr>
            <a:xfrm>
              <a:off x="3312094" y="266700"/>
              <a:ext cx="0" cy="1295044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9F040AB-427E-1760-265C-D1BD6C2BB964}"/>
              </a:ext>
            </a:extLst>
          </p:cNvPr>
          <p:cNvSpPr/>
          <p:nvPr/>
        </p:nvSpPr>
        <p:spPr>
          <a:xfrm>
            <a:off x="18297981" y="9835498"/>
            <a:ext cx="2554977" cy="1222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573cm</a:t>
            </a:r>
          </a:p>
        </p:txBody>
      </p:sp>
    </p:spTree>
    <p:extLst>
      <p:ext uri="{BB962C8B-B14F-4D97-AF65-F5344CB8AC3E}">
        <p14:creationId xmlns:p14="http://schemas.microsoft.com/office/powerpoint/2010/main" val="2007512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22</Words>
  <Application>Microsoft Office PowerPoint</Application>
  <PresentationFormat>사용자 지정</PresentationFormat>
  <Paragraphs>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INFINITUM Co.</dc:creator>
  <cp:lastModifiedBy>INFINITUM Co.</cp:lastModifiedBy>
  <cp:revision>6</cp:revision>
  <dcterms:created xsi:type="dcterms:W3CDTF">2024-04-04T08:15:18Z</dcterms:created>
  <dcterms:modified xsi:type="dcterms:W3CDTF">2024-04-08T07:40:55Z</dcterms:modified>
</cp:coreProperties>
</file>